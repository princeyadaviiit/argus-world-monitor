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9144000"/>
  <p:embeddedFontLst>
    <p:embeddedFont>
      <p:font typeface="Garamond"/>
      <p:regular r:id="rId13"/>
      <p:bold r:id="rId14"/>
      <p:italic r:id="rId15"/>
      <p:boldItalic r:id="rId16"/>
    </p:embeddedFont>
    <p:embeddedFont>
      <p:font typeface="Oswald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9" roundtripDataSignature="AMtx7mipyci0ISH2oTkXb2PZliH120p69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Garamond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Garamond-italic.fntdata"/><Relationship Id="rId14" Type="http://schemas.openxmlformats.org/officeDocument/2006/relationships/font" Target="fonts/Garamond-bold.fntdata"/><Relationship Id="rId17" Type="http://schemas.openxmlformats.org/officeDocument/2006/relationships/font" Target="fonts/Oswald-regular.fntdata"/><Relationship Id="rId16" Type="http://schemas.openxmlformats.org/officeDocument/2006/relationships/font" Target="fonts/Garamond-boldItalic.fntdata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font" Target="fonts/Oswa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33" name="Google Shape;13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57" name="Google Shape;15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9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1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" type="body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2"/>
          <p:cNvSpPr txBox="1"/>
          <p:nvPr>
            <p:ph idx="2" type="body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2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3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3"/>
          <p:cNvSpPr txBox="1"/>
          <p:nvPr>
            <p:ph idx="3" type="body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3"/>
          <p:cNvSpPr txBox="1"/>
          <p:nvPr>
            <p:ph idx="4" type="body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3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/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" type="body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6"/>
          <p:cNvSpPr txBox="1"/>
          <p:nvPr>
            <p:ph idx="2" type="body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6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7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9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9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9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1" name="Google Shape;11;p8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8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5656780" y="851521"/>
            <a:ext cx="4638605" cy="5154967"/>
          </a:xfrm>
          <a:custGeom>
            <a:rect b="b" l="l" r="r" t="t"/>
            <a:pathLst>
              <a:path extrusionOk="0" h="5154967" w="6184806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 b="0" l="0" r="59916" t="0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/>
          <p:nvPr>
            <p:ph idx="1" type="subTitle"/>
          </p:nvPr>
        </p:nvSpPr>
        <p:spPr>
          <a:xfrm>
            <a:off x="1245686" y="648614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 PAGE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"/>
          <p:cNvSpPr txBox="1"/>
          <p:nvPr>
            <p:ph type="ctrTitle"/>
          </p:nvPr>
        </p:nvSpPr>
        <p:spPr>
          <a:xfrm>
            <a:off x="331286" y="-526757"/>
            <a:ext cx="10363200" cy="2076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SMART INDIA HACKATHON 2026</a:t>
            </a:r>
            <a:endParaRPr b="1" sz="4000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331286" y="1881500"/>
            <a:ext cx="5924700" cy="4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Title-</a:t>
            </a:r>
            <a:endParaRPr/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Theme-</a:t>
            </a:r>
            <a:endParaRPr/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PS Category- Software/Hardware</a:t>
            </a:r>
            <a:endParaRPr/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ID-</a:t>
            </a:r>
            <a:endParaRPr/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Name (Registered on portal)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4" name="Google Shape;94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 txBox="1"/>
          <p:nvPr>
            <p:ph type="title"/>
          </p:nvPr>
        </p:nvSpPr>
        <p:spPr>
          <a:xfrm>
            <a:off x="182998" y="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IDEA TITLE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-1" y="2064921"/>
            <a:ext cx="12191999" cy="24929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oto Sans Symbols"/>
              <a:buChar char="❖"/>
            </a:pPr>
            <a:r>
              <a:rPr b="1" lang="en-US" sz="3200" u="sng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Proposed Solution (Describe your Idea/Solution/Prototype)</a:t>
            </a:r>
            <a:endParaRPr sz="3200" u="sng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 u="sng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 u="sng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Detailed explanation of the proposed solution</a:t>
            </a:r>
            <a:endParaRPr/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How it addresses the problem</a:t>
            </a:r>
            <a:endParaRPr/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Innovation and uniqueness of the solution </a:t>
            </a:r>
            <a:endParaRPr/>
          </a:p>
        </p:txBody>
      </p:sp>
      <p:sp>
        <p:nvSpPr>
          <p:cNvPr id="103" name="Google Shape;103;p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04" name="Google Shape;104;p2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descr="Your startup LOGO" id="105" name="Google Shape;105;p2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Team Name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" name="Google Shape;10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/>
          </a:p>
        </p:txBody>
      </p:sp>
      <p:sp>
        <p:nvSpPr>
          <p:cNvPr id="114" name="Google Shape;114;p3"/>
          <p:cNvSpPr txBox="1"/>
          <p:nvPr/>
        </p:nvSpPr>
        <p:spPr>
          <a:xfrm>
            <a:off x="609600" y="2533653"/>
            <a:ext cx="9385300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Technologies to be used (e.g. programming languages, frameworks, hardware)</a:t>
            </a:r>
            <a:endParaRPr/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Methodology and process for implementation (Flow Charts/Images/ working prototype)</a:t>
            </a:r>
            <a:endParaRPr/>
          </a:p>
        </p:txBody>
      </p:sp>
      <p:sp>
        <p:nvSpPr>
          <p:cNvPr id="115" name="Google Shape;115;p3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16" name="Google Shape;116;p3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descr="Your startup LOGO" id="117" name="Google Shape;117;p3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Team Name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8" name="Google Shape;11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/>
          </a:p>
        </p:txBody>
      </p:sp>
      <p:sp>
        <p:nvSpPr>
          <p:cNvPr id="126" name="Google Shape;126;p4"/>
          <p:cNvSpPr txBox="1"/>
          <p:nvPr/>
        </p:nvSpPr>
        <p:spPr>
          <a:xfrm>
            <a:off x="609600" y="2533653"/>
            <a:ext cx="9385300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Analysis of the feasibility of the idea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Potential challenges and risks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Strategies</a:t>
            </a: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overcoming these challenges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8" name="Google Shape;128;p4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descr="Your startup LOGO" id="129" name="Google Shape;129;p4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Team Name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" name="Google Shape;13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/>
          </a:p>
        </p:txBody>
      </p:sp>
      <p:sp>
        <p:nvSpPr>
          <p:cNvPr id="138" name="Google Shape;138;p5"/>
          <p:cNvSpPr txBox="1"/>
          <p:nvPr/>
        </p:nvSpPr>
        <p:spPr>
          <a:xfrm>
            <a:off x="609600" y="2533653"/>
            <a:ext cx="9385300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Potential impact on the target audience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Benefits of the solution (social, economic, environmental, etc.)</a:t>
            </a:r>
            <a:endParaRPr/>
          </a:p>
        </p:txBody>
      </p:sp>
      <p:sp>
        <p:nvSpPr>
          <p:cNvPr id="139" name="Google Shape;139;p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0" name="Google Shape;140;p5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descr="Your startup LOGO" id="141" name="Google Shape;141;p5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Team Name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2" name="Google Shape;14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RESEARCH  AND REFERENCES</a:t>
            </a:r>
            <a:endParaRPr/>
          </a:p>
        </p:txBody>
      </p:sp>
      <p:sp>
        <p:nvSpPr>
          <p:cNvPr id="150" name="Google Shape;150;p6"/>
          <p:cNvSpPr txBox="1"/>
          <p:nvPr/>
        </p:nvSpPr>
        <p:spPr>
          <a:xfrm>
            <a:off x="609600" y="2795263"/>
            <a:ext cx="93853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Details / Links of the reference and research work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2" name="Google Shape;152;p6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descr="Your startup LOGO" id="153" name="Google Shape;153;p6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Team Name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" name="Google Shape;15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2" name="Google Shape;162;p7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0" y="1791032"/>
            <a:ext cx="12192000" cy="43192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DAE5F1"/>
          </a:solidFill>
          <a:ln cap="flat" cmpd="sng" w="38100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14350" lvl="0" marL="51435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Kindly keep the maximum slides limit up to six </a:t>
            </a:r>
            <a:r>
              <a:rPr b="1" i="0" lang="en-US" sz="18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(6).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 Including the title slide) 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Try to avoid paragraphs and post your idea in points /diagrams / Infographics /pictures 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Keep your explanation precise and easy to understand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Idea should be unique and novel. 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 can only use provided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template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making the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PPT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without changing the idea details pointers (mentioned in previous slides).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 need to save the file in PDF and upload the same on portal. No PPT, Word Doc or any other format will be supported.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885" lvl="0" marL="51435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Note - You can delete this slide (Important Pointers) when you upload the details of your idea on SIH portal.</a:t>
            </a:r>
            <a:endParaRPr b="1" sz="180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6230" lvl="1" marL="9144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7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IMPORTANT INSTRUCTIONS</a:t>
            </a:r>
            <a:endParaRPr b="1"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p7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Please ensure below pointers are met while submitting the Idea PPT: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7" name="Google Shape;16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2013-12-12T18:46:50Z</dcterms:created>
  <dc:creator>Crowdfunder</dc:creator>
</cp:coreProperties>
</file>